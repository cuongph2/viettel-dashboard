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E0033"/>
                </a:solidFill>
              </a:defRPr>
            </a:pPr>
            <a:r>
              <a:t>VIETTEL TELECOM - BÁO CÁO QUẢN TRỊ RỦI RỔ &amp; KPI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TỔNG HỢP HỢP ĐỒNG &amp; CÔNG TRÌNH VIETTEL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Phân tích Công nợ VTA (548.3 Tỷ), Chi tiết KPI &amp; Phân tích chuyên sâu Kế hoạch Tháng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2: TOP NHÀ THẦU TỒN CÔNG NỢ VẬT TƯ A LỚN NHẤT (548.3 TỶ VNĐ)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CT 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Tiền Tồn VTA (Tỷ)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Trọng (%)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Lệ Tích Lũy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3,806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3,499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79.0%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PT DV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137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87.0%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72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92.1%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1,868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3: CẢNH BÁO HỢP ĐỒNG CHI PHÍ KÝ TRƯỚC 2025 (&lt;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 Chi Phí &lt; 2025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HĐ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Tồn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Đánh Giá Rủi Rổ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31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10.45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6.82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rất cao (Tồn đọng kéo dài)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Công Nghệ &amp; Truyền Thông Sài Gòn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cao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3.20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2.10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1.85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33"/>
                </a:solidFill>
              </a:defRPr>
            </a:pPr>
            <a:r>
              <a:t>SLIDE 4: KHOANH VÙNG CHI TIẾT TỪNG KPI THEO ĐỐI TÁC TRỌNG ĐIỂM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Chi tiết kết quả Đạt / Giao của 6 chỉ tiêu KPI (KHVTT, NT BQLDA, BGTS BQLDA, NT SAP, BGTS SAP, VHKT) theo Top 8 Nhà Thầu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81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Tiền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1.KHVTT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2.NT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3.BGTS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4.NT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5.BGTS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6.VHKT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% Đạt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128/1.2K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189/1.3K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22/247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29/271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36/278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40/968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108/1.0K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8.4%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Phát Triển Dịch Vụ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1,868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4/239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6/588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9/591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5/222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18/234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Cty TNHH TM &amp; VT Hồng Quang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17.17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Phạm Hùng Cường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11.95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9.35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1/196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62/330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TỔNG TOP 8 ĐỐI TÁC TRỌNG ĐIỂM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338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9,895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561.90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27/1.4K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53/2.2K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162/2.3K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176/2.7K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320/2.8K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0/41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6.4%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33"/>
                </a:solidFill>
              </a:defRPr>
            </a:pPr>
            <a:r>
              <a:t>SLIDE 5: PHÂN TÍCH CHUYÊN SÂU KẾ HOẠCH THÁNG 9 THEO NHÀ THẦU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Tập trung 4,972 Công trình / 257 Hợp đồng thuộc KH Tháng 9: Công nợ VTA (R), Tồn VTTB (L), Thu hồi (O), Cần nhập kho (P)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9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Số HĐ T9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CT KH T9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Công Nợ VTA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Tồn VTTB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Đã Thu Hồi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Cần Nhập Kho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% Giải Tỏa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57.60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62.21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17.59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28.3%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23.55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25.34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4.75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18.7%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8.66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1.87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21.3%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Phạm Hùng Cường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7.96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7.96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7.42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1.64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20.1%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PT CN Lam Sơn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6.14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1.61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26.2%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Công Nghệ &amp; TM Sài Gòn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4.53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4.71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0.79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TNHH VIỄN THÔNG LONG HẢI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3.86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4.22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0.39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/>
                      </a:pPr>
                      <a:r>
                        <a:t>TỔNG KHÁCH HÀNG KH THÁNG 9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257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4,972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135.32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143.58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32.76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0.00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22.8%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6: KẾ HOẠCH HÀNH ĐỘNG THU HỒI CÔNG NỢ VTA &amp; KH THÁNG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E293B"/>
                </a:solidFill>
              </a:defRPr>
            </a:pPr>
            <a:r>
              <a:t>1. Tập trung xử lý Top 2 Đối tác VCC &amp; ACT (Chiếm 79% nợ VTA &amp; 50% KH T9):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Lập tổ công tác liên ngành đôn đốc thu hồi vật tư A tồn đọng và hoàn thiện chứng từ nghiệm thu.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2. Thực hiện quyết liệt Kế hoạch Tháng 9 (4,972 CT / 135.32 Tỷ VTA):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Đẩy nhanh tiến độ giải tỏa 32.76 Tỷ thu hồi vật tư A và rà soát vật tư cần nhập kho (Col P).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3. Theo dõi chi tiết 6 chỉ tiêu KPI (KHVTT, NT BQLDA, BGTS BQLDA, NT SAP, BGTS SAP, VHKT):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Định kỳ hàng tuần cập nhật tiến độ từng chỉ tiêu lên hệ thống Dashboard Online.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4. Áp dụng tài khoản cấp vốn và điều phối hạ tầng: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Gắn trách nhiệm trực tiếp cho từng Giám đốc Ban/Trung tâm Quản lý Hợp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